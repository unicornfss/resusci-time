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wmas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02920"/>
            <a:ext cx="860778" cy="1143000"/>
          </a:xfrm>
          <a:prstGeom prst="rect">
            <a:avLst/>
          </a:prstGeom>
        </p:spPr>
      </p:pic>
      <p:pic>
        <p:nvPicPr>
          <p:cNvPr id="4" name="Picture 3" descr="resusci-time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94360"/>
            <a:ext cx="868680" cy="868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874519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Resusci-Time — WMAS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9260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D0E0D0"/>
                </a:solidFill>
                <a:latin typeface="Segoe UI"/>
              </a:rPr>
              <a:t>Quality improvement briefing · Preview build v1.2.4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0E0D0"/>
                </a:solidFill>
                <a:latin typeface="Segoe UI"/>
              </a:rPr>
              <a:t>7 June 2026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0E0D0"/>
                </a:solidFill>
                <a:latin typeface="Segoe UI"/>
              </a:rPr>
              <a:t>Jon Ostrowski · Paramedic / Clinical Team Mentor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App features — case flow &amp; timer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Start protocol, initial assessment, and initial rhythm (VF / pVT, PEA, Asystole)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Elapsed resuscitation timer with 2-minute rhythm-check countdown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Shock logging (joules), total shock count, adrenaline / amiodarone due in timer bar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Switch to ROSC mode or return to cardiac arrest (re-arrest) from timer bar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TOR button, 45-minute termination review alert, and full TOR questionnaire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Post-TOR verification-of-death wait and initial-assessment VoD (asystole observation)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Patient handed over — stops timers, locks case, opens log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Metronome on timer bar; night mode; screen stays awake during a case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App features — checklists, prompts &amp;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Resuscitation quality checklist and 4 Hs / 4 Ts reversible causes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ROSC checklist, SBP / pulse monitoring prompts, atropine tracking (ROSC)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Sustained ROSC alert (more than 10 minutes) and senior-discussion notice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Interventions: vascular access, airway, breathing, circulation, medications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Vector-change reminder after three consecutive shockable rhythms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Early transfer reminder on third rhythm check (VF / pVT or PEA initial rhythm)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A5F4A"/>
                </a:solidFill>
                <a:latin typeface="Segoe UI"/>
              </a:rPr>
              <a:t>WMAS: CODE SHOCK to EOC after first shock (VF / pVT initial rhythm only)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A5F4A"/>
                </a:solidFill>
                <a:latin typeface="Segoe UI"/>
              </a:rPr>
              <a:t>WMAS: Prolonged VF reminder; prolonged VF gates TOR senior discussion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Clinical alerts shown one at a time in priority order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Vascular-access prompt if first adrenaline given without IV/IO logged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App features — log, transfer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Timestamped event log; view during case; export CSV or PDF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Autosave on device; saved logs list; continue case within 10 minutes of last entry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Case transfer — pause timer, QR to another device, sender read-only when complete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Transfer warning if rhythm check or adrenaline due within one minute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Documents: ALS algorithm; WMAS ToR criteria aide-memoire (WMAS build)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Menu: About, Documents, Saved logs, Acknowledgements, Install app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During a case: header shows Transfer case and Night mode only</a:t>
            </a:r>
          </a:p>
          <a:p>
            <a:pPr lvl="1">
              <a:spcAft>
                <a:spcPts val="500"/>
              </a:spcAft>
            </a:pPr>
            <a:r>
              <a:rPr sz="1300" b="0">
                <a:solidFill>
                  <a:srgbClr val="4A5F4A"/>
                </a:solidFill>
                <a:latin typeface="Segoe UI"/>
              </a:rPr>
              <a:t>Preview only: debug report export, speed control (1×–10×), DEMO icons, startup warning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8978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Preview build v1.2.4 — features on preview URLs until merged to main.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3816"/>
                </a:solidFill>
                <a:latin typeface="Segoe UI"/>
              </a:rPr>
              <a:t>Questions from the QI 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2011680" cy="64008"/>
          </a:xfrm>
          <a:prstGeom prst="rect">
            <a:avLst/>
          </a:prstGeom>
          <a:solidFill>
            <a:srgbClr val="2D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1. What is its purpose?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Guided timer + checklist for adult cardiac arrest (pre-hospital)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Prompts rhythm checks, drugs, ROSC monitoring, TOR, and VoD in line with JRCALC / AACE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Timestamped event log for handover, debrief, and QA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WMAS build adds trust-specific prompts (e.g. CODE SHOCK to EOC)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Support tool only — not a substitute for JRCALC, trust policy, or clinical judgement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2. What are you hoping to achieve?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Goal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Why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Fewer missed rhythm checks / drug intervals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Offloads time-keeping from working memory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Consistent contemporaneous 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Handover, debrief, governance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Structured end-of-case 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ROSC, TOR, VoD, handover / transfer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Low-friction pilot evaluation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PWA on phone or tablet — no app store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3. Are you trying to replace something?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Today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Resusci-Time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JRCALC / paper protocols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Same guidance — adds active timer + log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Informal timing / mental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Supplements, does not remove team leader 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EPR / PRF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Export may help after the event — not a replacement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Another mandated arrest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Only relevant if trust already mandates one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Optional aide for timing, prompts, and logging — not a swap for authoritative sources.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4. Cognitive load — reduce or increase?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Reduces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Risks if misused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One shared clock + due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Extra screen during hands-on care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Externalised checklists (4 Hs / 4 Ts, ROSC)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Logging takes seconds — scribe role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Less mental arithmetic on drug timing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Wrong initial rhythm → wrong branch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Shared reference if crew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Principle: one person runs the app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5. Unintended consequences?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Risk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Mitigation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Over-reliance on prompts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Training: supports decisions, does not make them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Distraction from 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Designate scribe; install before shift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Informal adoption without oversight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Controlled pilot with QI / clinical lead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Log treated as sole record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Export supplements EPR — device-only by default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Out-of-date build / protocol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Versioning, preview testing, clinical review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Suggested 30-second opener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Resusci-Time is a browser-based timer and checklist for adult cardiac arrest, aligned to Spring 2026 JRCALC / AACE guidance.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It reduces the burden of tracking cycles, drugs, and documentation during a stressful job.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It does not replace JRCALC, trust policy, or clinical judgement.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1A2E1A"/>
                </a:solidFill>
                <a:latin typeface="Segoe UI"/>
              </a:rPr>
              <a:t>The WMAS preview build includes CODE SHOCK and transfer / handover flows — I am seeking views on a controlled pilot and guardrails.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How it is built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Part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"/>
                        </a:rPr>
                        <a:t>What it does (simple language)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TypeScript + React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The code that draws the screens and responds when you tap buttons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Vite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Packages the app into files a phone or tablet browser can load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PWA (installable web 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Add to home screen — opens full-screen like a normal app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Service worker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Saves a copy on the device so it works offline after first visit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IndexedDB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Stores saved logs on this device only — not in the cloud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No backend server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During a case nothing is uploaded; privacy by design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jsPDF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Turns the event log into a PDF you can save or 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QR code (transfer)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Encodes the live case for another device to scan — still no server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GitHub Pages + Cloudflare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Hosts the website at a fixed web address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testing → preview / main →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Preview branch for testers; main for approved field builds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Preview version 1.2.4 · jon@ostroforge.co.uk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How individual trust versions are made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Layer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In simple terms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One shared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Same core timer, checklist, log, and flows for all trusts — maintained in one codebase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Trust config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Per-trust settings: name, crest/logo, trust-only prompts (e.g. WMAS CODE SHOCK), extra documents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If not specified → defaults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No timing line in config = rhythm check every 2 minutes, adrenaline every 4 minutes (UK default)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Optional overrides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A trust can request different intervals or rules in config — core code reads them at build time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Separate build &amp;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Each trust version is compiled separately (e.g. WMAS vs Standard) — crews install the right link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Preview →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Changes tested on a preview URL first; approved updates merged to the live field build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Clinical changes need trust sign-off; most trust differences are configuration, not a rewrite of the app.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65176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63816"/>
                </a:solidFill>
                <a:latin typeface="Segoe UI"/>
              </a:rPr>
              <a:t>Future direction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246120"/>
            <a:ext cx="2011680" cy="64008"/>
          </a:xfrm>
          <a:prstGeom prst="rect">
            <a:avLst/>
          </a:prstGeom>
          <a:solidFill>
            <a:srgbClr val="2D6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Trust-only iOS / Android (not public app stores)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How it works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What it means for Resusci-Time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Personally issued iPads enrolled in trust MDM (e.g. Microsoft Intune)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Crew install from Company Portal — not by searching the App Store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IT assigns apps to WMAS device groups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App is private to the trust; updates controlled centrally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iOS: Apple Business Manager + custom / unlisted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Same React codebase can be wrapped (e.g. Capacitor) for distribution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Android: Managed Google Play private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A2E1A"/>
                          </a:solidFill>
                          <a:latin typeface="Segoe UI"/>
                        </a:rPr>
                        <a:t>Road iPads and CFR phones can each get the right build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Today: installable web app (PWA). Next step: wrapped app in Company Portal when IT and governance agree.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CFR version — limited scope, upgrade on handover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Separate CFR build: CPR quality, AED / shocks, rhythm timing, call for help — no road-only drugs or interventions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Prompts match CFR scope of practice; buttons for IV drugs, advanced airway, TOR, etc. are hidden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When ambulance arrives: Transfer case (QR) — same log and timers continue on the road crew device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Road app unlocks full ALS prompts; CFR actions stay in the log; event logged as scope upgraded to road crew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Reuses existing case-transfer design — extend config with pathway (CFR vs road) in the handoff payload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Distribution: separate Company Portal entry for CFR devices, subject to trust IT and CFR governance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Paediatric version — separate clinical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234440"/>
            <a:ext cx="103327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Not a toggle on the adult app — separate build (e.g. Resusci-Time Paediatric — WMAS) to avoid wrong-pathway use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Age / weight bands, paediatric drug doses, shock energy, and algorithm branches from JRCALC paediatric guidance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Same platform pattern as WMAS vs Standard: trust branding, documents, and reminder rules in config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Dedicated clinical review (trust paediatric lead / PICU liaison) before any field use</a:t>
            </a:r>
          </a:p>
          <a:p>
            <a:pPr>
              <a:spcAft>
                <a:spcPts val="500"/>
              </a:spcAft>
            </a:pPr>
            <a:r>
              <a:rPr sz="1300" b="0">
                <a:solidFill>
                  <a:srgbClr val="1A2E1A"/>
                </a:solidFill>
                <a:latin typeface="Segoe UI"/>
              </a:rPr>
              <a:t>Likely follows adult road pilot and CFR pathway unless trust has a specific paediatric QI priority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FE8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63816"/>
                </a:solidFill>
                <a:latin typeface="Segoe UI"/>
              </a:rPr>
              <a:t>Suggested development sequence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188720"/>
          <a:ext cx="104241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2080"/>
                <a:gridCol w="521208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Phase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Focus</a:t>
                      </a:r>
                    </a:p>
                  </a:txBody>
                  <a:tcPr>
                    <a:solidFill>
                      <a:srgbClr val="2D6A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Adult road preview (v1.2.4) → controlled pilot; PWA or home-screen install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CFR pathway + cross-pathway transfer (CFR → road prompts unlock on take-over)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With 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Wrapped iOS / Android app via Company Portal on trust-issued devices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Paediatric clinical design and governance — separate app when signed off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Longer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A2E1A"/>
                          </a:solidFill>
                          <a:latin typeface="Segoe UI"/>
                        </a:rPr>
                        <a:t>Training mode, handover summary PDF, trust-configurable rules without redeploy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897880"/>
            <a:ext cx="10424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4A5F4A"/>
                </a:solidFill>
                <a:latin typeface="Segoe UI"/>
              </a:rPr>
              <a:t>All variants keep the same principle: data on device during the case; no cloud patient record.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74519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2608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D0E0D0"/>
                </a:solidFill>
                <a:latin typeface="Segoe UI"/>
              </a:rPr>
              <a:t>Questions and feedback welcome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D0E0D0"/>
                </a:solidFill>
                <a:latin typeface="Segoe UI"/>
              </a:rPr>
              <a:t>jon@ostroforge.co.uk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