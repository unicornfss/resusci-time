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mas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860778" cy="1143000"/>
          </a:xfrm>
          <a:prstGeom prst="rect">
            <a:avLst/>
          </a:prstGeom>
        </p:spPr>
      </p:pic>
      <p:pic>
        <p:nvPicPr>
          <p:cNvPr id="4" name="Picture 3" descr="resusci-tim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9436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874519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egoe UI"/>
              </a:rPr>
              <a:t>Resusci-Time — WMAS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D0E0D0"/>
                </a:solidFill>
                <a:latin typeface="Segoe UI"/>
              </a:rPr>
              <a:t>Quality improvement briefing · Preview build v1.2.7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D0E0D0"/>
                </a:solidFill>
                <a:latin typeface="Segoe UI"/>
              </a:rPr>
              <a:t>10 June 2026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D0E0D0"/>
                </a:solidFill>
                <a:latin typeface="Segoe UI"/>
              </a:rPr>
              <a:t>Jon Ostrowski · Paramedic / Clinical Team Mentor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App features — case flow &amp; timer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Start protocol, initial assessment, and initial rhythm (VF / pVT, PEA, Asystole)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Elapsed resuscitation timer with 2-minute rhythm-check countdown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Shock logging (joules), total shock count, adrenaline / amiodarone due in timer bar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Switch to ROSC mode or return to cardiac arrest (re-arrest) from timer bar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TOR button, 45-minute termination review alert, and full TOR questionnaire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Post-TOR verification-of-death wait and initial-assessment VoD (asystole observation)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Patient handed over — stops timers, locks case, opens log (all builds)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Metronome on timer bar; night mode; screen stays awake during a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App features — checklists, prompts &amp;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Resuscitation quality checklist and 4 Hs / 4 Ts reversible causes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ROSC checklist, SBP / pulse monitoring prompts, atropine tracking (ROSC)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Sustained ROSC alert (more than 10 minutes) and senior-discussion notice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Interventions: vascular access, airway, breathing, circulation, medications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Vector-change reminder after three consecutive shockable rhythms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Early transfer reminder on third rhythm check (VF / pVT or PEA initial rhythm)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A5F4A"/>
                </a:solidFill>
                <a:latin typeface="Segoe UI"/>
              </a:rPr>
              <a:t>WMAS: CODE SHOCK to EOC after first shock (VF / pVT initial rhythm only)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A5F4A"/>
                </a:solidFill>
                <a:latin typeface="Segoe UI"/>
              </a:rPr>
              <a:t>WMAS: Prolonged VF reminder; prolonged VF gates TOR senior discussion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Clinical alerts shown one at a time in priority order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Vascular-access prompt if first adrenaline given without IV/IO logged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App features — log, transfer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Timestamped event log; view during case; export CSV or PDF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Autosave on device; saved logs list; continue case within 10 minutes of last entry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A5F4A"/>
                </a:solidFill>
                <a:latin typeface="Segoe UI"/>
              </a:rPr>
              <a:t>WMAS / custom: Case transfer — pause timer, QR to another device, sender read-only when complete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A5F4A"/>
                </a:solidFill>
                <a:latin typeface="Segoe UI"/>
              </a:rPr>
              <a:t>WMAS / custom: Transfer warning if rhythm check or adrenaline due within one minute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Documents: ALS algorithm; WMAS ToR criteria aide-memoire (WMAS build)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Menu: About, Documents, Saved logs, Acknowledgements, Install app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During a case: header shows Night mode; WMAS / custom builds also show Transfer case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A5F4A"/>
                </a:solidFill>
                <a:latin typeface="Segoe UI"/>
              </a:rPr>
              <a:t>Preview only: debug report export, speed control (1×–10×), DEMO icons, startup warning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9788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Preview build v1.2.7 — features on preview URLs until merged to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3816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46120"/>
            <a:ext cx="2011680" cy="64008"/>
          </a:xfrm>
          <a:prstGeom prst="rect">
            <a:avLst/>
          </a:prstGeom>
          <a:solidFill>
            <a:srgbClr val="2D6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Changelog from v1.0.0 (1 of 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Released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Summary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27 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Initial release — adult arrest timer and checklist; VF/pVT, PEA, Asystole; rhythm checks, adrenaline, amiodarone; ROSC, TOR, VoD; interventions; 4 Hs / 4 Ts; offline installable PWA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28 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Multi-trust builds (Standard / WMAS); event log CSV/PDF export, share link and QR; saved logs; public blog; trust branding and separate deploy URLs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28 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Screen wake lock during active case; confirm before starting new case; blog audience filter by trust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28–31 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Documents modal (ALS algorithm); prolonged VF reminder; TOR special circumstances and reassessment; VoD observation flow; CODE SHOCK and WMAS ToR document (WMAS); preview speed controls; needle decompression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Changelog from v1.0.0 (2 of 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Released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Summary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Clinical alerts one at a time; autosave logs and multi-delete; continue case within 10 minutes; DEMO preview icons; preview startup warning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Case transfer — pause timer, QR handoff to another device, sender read-only when 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2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Transfer warning if check or adrenaline due soon; Cardiac arrest button from ROSC (re-arrest); sustained ROSC alert; SBP/pulse reminder fixes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4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WMAS CODE SHOCK only when initial rhythm was VF / pVT (not after non-shockable initial rhythm)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Changelog from v1.0.0 (3 of 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Released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Summary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6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Patient handed over flow; timer bar layout and colours; hamburger menu; acknowledgements page; About updates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7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Preview debug report export (menu); session timeline and error capture for testers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9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Metronome stops on ROSC but resumes on re-arrest if still on; preview changelog and landing-page version deploy fixes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9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Case transfer (QR) custom/WMAS only — removed from Standard build; Patient handed over remains on all builds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Changelog from v1.0.0 (4 of 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Released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Summary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1.2.7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10 Jun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Phone timer-bar layout; scroll-for-checklist hint; case continuation uses protocol minutes and last log entry; Standard handover copy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Current preview build: v1.2.7 · 10 June 2026. Live field builds on main may trail preview until merged.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3816"/>
                </a:solidFill>
                <a:latin typeface="Segoe UI"/>
              </a:rPr>
              <a:t>Questions from the QI lead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46120"/>
            <a:ext cx="2011680" cy="64008"/>
          </a:xfrm>
          <a:prstGeom prst="rect">
            <a:avLst/>
          </a:prstGeom>
          <a:solidFill>
            <a:srgbClr val="2D6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1. What is its purpose?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Guided timer + checklist for adult cardiac arrest (pre-hospital)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Prompts rhythm checks, drugs, ROSC monitoring, TOR, and VoD in line with JRCALC / AACE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Timestamped event log for handover, debrief, and QA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WMAS build adds trust-specific prompts (e.g. CODE SHOCK to EOC)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Support tool only — not a substitute for JRCALC, trust policy, or clinical judgement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2. What are you hoping to achieve?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Goal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Fewer missed rhythm checks / drug intervals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Offloads time-keeping from working memory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Consistent contemporaneous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Handover, debrief, governance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Structured end-of-case 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ROSC, TOR, VoD, handover / transfer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Low-friction pilot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PWA on phone or tablet — no app store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3. Are you trying to replace something?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Today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Resusci-Time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JRCALC / paper protocols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Same guidance — adds active timer +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Informal timing / mental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Supplements, does not remove team leader role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EPR / PRF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Export may help after the event — not a replacement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Another mandated arrest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Only relevant if trust already mandates one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Optional aide for timing, prompts, and logging — not a swap for authoritative sources.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4. Cognitive load — reduce or increase?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Reduces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Risks if misused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One shared clock + due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Extra screen during hands-on care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Externalised checklists (4 Hs / 4 Ts, ROSC)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Logging takes seconds — scribe role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Less mental arithmetic on drug timing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Wrong initial rhythm → wrong branch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Shared reference if crew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Principle: one person runs the app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5. Unintended consequences?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Mitigation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Over-reliance on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Training: supports decisions, does not make them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Distraction from 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Designate scribe; install before shift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Informal adoption without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Controlled pilot with QI / clinical lead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Log treated as sole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Export supplements EPR — device-only by default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Out-of-date build / protocol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2E1A"/>
                          </a:solidFill>
                          <a:latin typeface="Segoe UI"/>
                        </a:rPr>
                        <a:t>Versioning, preview testing, clinical review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Suggested 30-second opener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Resusci-Time is a browser-based timer and checklist for adult cardiac arrest, aligned to Spring 2026 JRCALC / AACE guidance.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It reduces the burden of tracking cycles, drugs, and documentation during a stressful job.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It does not replace JRCALC, trust policy, or clinical judgement.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2E1A"/>
                </a:solidFill>
                <a:latin typeface="Segoe UI"/>
              </a:rPr>
              <a:t>The WMAS preview build includes CODE SHOCK and transfer / handover flows — I am seeking views on a controlled pilot and guardrails.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How it is 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Part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Role in the app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Real-life analogy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TypeScript + React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Draws screens and responds when you tap buttons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the controls and display on a defib — what the crew sees and presses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Vite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Packages the app into files a browser can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assembling the protocol pack into something crews can open on shift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PWA (installable web app)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Add to home screen — opens full-screen like a normal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pinning the ALS algorithm to your tablet home screen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Service 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Keeps a copy on the device for offline use after first visit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keeping a laminated protocol in the ambulance — still there with no signal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IndexedDB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Stores saved logs on this device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a notebook that stays in the vehicle — not sent to a server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No backend 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During a case nothing is uploaded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a paper PRF that never leaves the crew’s hands until they choose to export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jsPDF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Turns the event log into a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printing the handwritten event log for handover or QA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QR code (transfer)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Encodes the live case for another device to scan (custom builds)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photocopying the running log for the second crew — but live and digital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GitHub Pages + Cloudflare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Hosts the app at a fixed web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the trust link on the intranet where crews install the right version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testing → preview / main → live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Preview for testers; main for approved field builds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draft SOP on SharePoint → signed-off version on the official site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Preview version 1.2.7 · jon@ostroforge.co.uk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How individual trust versions are made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Real-life analogy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One shared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Same core timer, checklist, log, and flows for all trusts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one national JRCALC arrest chapter — one source of truth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Trust config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Per-trust name, crest, prompts (e.g. CODE SHOCK), extra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the WMAS crest and local drug chart stapled into the front of the pack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Custom-only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Case transfer, CODE SHOCK, timing overrides — Standard excludes QR 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optional trust inserts (e.g. EOC call-out) not every ambulance service uses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If not specified → defaults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Rhythm check 2 min, adrenaline 4 min unless overridden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JRCALC default intervals unless local SOP says otherwise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Optional overrides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Trust-specific intervals or rules read at build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agreeing a 90-second rhythm check in config instead of changing the whole app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Separate build &amp;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WMAS vs Standard compiled separately — crews get the right install 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different QR codes on WMAS vs neighbouring trust tablets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Preview → live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Test on preview URL first; approved changes go to the field 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2E1A"/>
                          </a:solidFill>
                          <a:latin typeface="Segoe UI"/>
                        </a:rPr>
                        <a:t>Like pilot on training iPads before rolling out to front-line devices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Clinical changes need trust sign-off; most trust differences are configuration, not a rewrite of the app.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Fixing simple errors and omissions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Type of fix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Example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Typical turnaround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Trust-only addition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 drug missing from Interventions → Medications for one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Same day on preview — add to trust config, rebuild, deploy (~30–60 min)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Shared list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 drug that should appear in all builds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Same day on preview — one code change + quick test (~1–2 hours)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Wording or 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Typo in a prompt, button, or log entry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Same day on preview (~15–30 min)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Trust reminder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Adjust when a prompt appears (e.g. CODE SHOCK timing)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Same day to 1 day on preview (~1–2 hours)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Live field 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Any of the above after clinical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After merge to main and redeploy — usually within days, not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Larger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New flow, timer logic, or clinical branch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Longer — scoped separately; not a same-day fix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Preview URL can be updated quickly for testers; live crew builds follow trust sign-off. Crews may need to refresh or reinstall to pick up updates.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63816"/>
                </a:solidFill>
                <a:latin typeface="Segoe UI"/>
              </a:rPr>
              <a:t>Future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46120"/>
            <a:ext cx="2011680" cy="64008"/>
          </a:xfrm>
          <a:prstGeom prst="rect">
            <a:avLst/>
          </a:prstGeom>
          <a:solidFill>
            <a:srgbClr val="2D6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Trust-only iOS / Android (not public app stores)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How it works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it means for Resusci-Time</a:t>
                      </a:r>
                    </a:p>
                  </a:txBody>
                  <a:tcPr>
                    <a:solidFill>
                      <a:srgbClr val="2D6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Personally issued iPads enrolled in trust MDM (e.g. Microsoft Intune)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Crew install from Company Portal — not by searching the App Store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IT assigns apps to WMAS device groups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App is private to the trust; updates controlled centrally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iOS: Apple Business Manager + custom / unlisted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Same React codebase can be wrapped (e.g. Capacitor) for distribution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Android: Managed Google Play private 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2E1A"/>
                          </a:solidFill>
                          <a:latin typeface="Segoe UI"/>
                        </a:rPr>
                        <a:t>Crew iPads and CFR phones can each get the right build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9788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Today: installable web app (PWA). Next step: wrapped app in Company Portal when IT and governance agree.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CFR version — limited scope, upgrade on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Separate CFR build: CPR quality, AED / shocks, rhythm timing, call for help — limited to CFR scope of practice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Prompts match CFR scope of practice; buttons for IV drugs, advanced airway, TOR, etc. are hidden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When ambulance arrives: Transfer case (QR) — same log and timers continue on the crew device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Crew app unlocks full ALS prompts; CFR actions stay in the log; event logged as scope upgraded to crew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Reuses existing case-transfer design — extend config with pathway (CFR vs crew) in the handoff payload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Distribution: separate Company Portal entry for CFR devices, subject to trust IT and CFR governance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Paediatric version — separate clinical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Not a toggle on the adult app — separate build (e.g. Resusci-Time Paediatric — WMAS) to avoid wrong-pathway use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Age / weight bands, paediatric drug doses, shock energy, and algorithm branches from JRCALC paediatric guidance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Same platform pattern as WMAS vs Standard: trust branding, documents, and reminder rules in config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Dedicated clinical review (trust paediatric lead / PICU liaison) before any field use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Likely follows adult crew pilot and CFR pathway unless trust has a specific paediatric QI priority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63816"/>
                </a:solidFill>
                <a:latin typeface="Segoe UI"/>
              </a:rPr>
              <a:t>Event log filters (planned)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Filter the event log during review, debrief, or handover — full log stays intact; filters only change what is shown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Suggested filters: Rhythm — rhythm checks, ROSC, cardiac arrest, and related entries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Drugs — adrenaline, amiodarone, atropine, and other medication lines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Shocks — defibrillation energies and shockable rhythm entries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Interventions — airway, breathing, circulation, vascular access, and other logged actions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2E1A"/>
                </a:solidFill>
                <a:latin typeface="Segoe UI"/>
              </a:rPr>
              <a:t>Useful for quick handover summaries and post-case review without scrolling the entire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9788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F4A"/>
                </a:solidFill>
                <a:latin typeface="Segoe UI"/>
              </a:rPr>
              <a:t>Not in the current preview build — a future enhancement to the log viewer and export.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2608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D0E0D0"/>
                </a:solidFill>
                <a:latin typeface="Segoe UI"/>
              </a:rPr>
              <a:t>Questions and feedback welcome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D0E0D0"/>
                </a:solidFill>
                <a:latin typeface="Segoe UI"/>
              </a:rPr>
              <a:t>jon@ostroforge.co.uk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